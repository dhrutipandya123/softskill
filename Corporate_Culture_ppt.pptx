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179388" y="692150"/>
            <a:ext cx="8913812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588" y="549275"/>
            <a:ext cx="9144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ChangeArrowheads="1"/>
          </p:cNvSpPr>
          <p:nvPr>
            <p:ph type="subTitle" idx="1"/>
          </p:nvPr>
        </p:nvSpPr>
        <p:spPr>
          <a:xfrm>
            <a:off x="1908175" y="2492375"/>
            <a:ext cx="5545138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056" name="Rectangle 8"/>
          <p:cNvSpPr>
            <a:spLocks noChangeArrowheads="1"/>
          </p:cNvSpPr>
          <p:nvPr>
            <p:ph type="ctrTitle"/>
          </p:nvPr>
        </p:nvSpPr>
        <p:spPr>
          <a:xfrm>
            <a:off x="755650" y="620713"/>
            <a:ext cx="77724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11" name="Rectangle 4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2" name="Rectangle 5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88" y="333375"/>
            <a:ext cx="9144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2"/>
          <a:srcRect t="1094" r="8122" b="13318"/>
          <a:stretch>
            <a:fillRect/>
          </a:stretch>
        </p:blipFill>
        <p:spPr>
          <a:xfrm>
            <a:off x="5797550" y="4438650"/>
            <a:ext cx="3340100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5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30" name="Rectangle 6"/>
          <p:cNvSpPr>
            <a:spLocks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Building Corporate 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t>Name: Dhruti Pandya</a:t>
            </a:r>
          </a:p>
          <a:p>
            <a:r>
              <a:t>Course: Networking &amp; Cloud Computing</a:t>
            </a:r>
          </a:p>
          <a:p>
            <a:r>
              <a:t>Institute: TOPS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Corporate Culture?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buFont typeface="Arial" panose="020B0604020202020204" pitchFamily="34" charset="0"/>
              <a:buChar char="•"/>
            </a:pPr>
            <a:r>
              <a:t>Shared values and beliefs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Behavior and working style of employees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Defines company environment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Elements of Corporate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buFont typeface="Arial" panose="020B0604020202020204" pitchFamily="34" charset="0"/>
              <a:buChar char="•"/>
            </a:pPr>
            <a:r>
              <a:t>Company values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Work ethics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Teamwork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Communication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Leadership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Corporate Culture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buFont typeface="Arial" panose="020B0604020202020204" pitchFamily="34" charset="0"/>
              <a:buChar char="•"/>
            </a:pPr>
            <a:r>
              <a:t>Improves employee satisfaction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Builds teamwork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Increases productivity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Creates positive work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Corporate Culture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buFont typeface="Arial" panose="020B0604020202020204" pitchFamily="34" charset="0"/>
              <a:buChar char="•"/>
            </a:pPr>
            <a:r>
              <a:t>Collaborative culture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Innovative culture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Competitive culture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Corporate Culture in IT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buFont typeface="Arial" panose="020B0604020202020204" pitchFamily="34" charset="0"/>
              <a:buChar char="•"/>
            </a:pPr>
            <a:r>
              <a:t>Flexible working environment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Learning opportunities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Team collaboration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Respect and diversity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for Employees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</a:p>
          <a:p>
            <a:pPr lvl="1">
              <a:buFont typeface="Arial" panose="020B0604020202020204" pitchFamily="34" charset="0"/>
              <a:buChar char="•"/>
            </a:pPr>
            <a:r>
              <a:t>Job satisfaction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Career growth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Motivation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Work-life 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1"/>
            </a:gs>
            <a:gs pos="0">
              <a:schemeClr val="accent1">
                <a:lumMod val="25000"/>
                <a:lumOff val="75000"/>
              </a:schemeClr>
            </a:gs>
            <a:gs pos="100000">
              <a:schemeClr val="accent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buFont typeface="Arial" panose="020B0604020202020204" pitchFamily="34" charset="0"/>
              <a:buChar char="•"/>
            </a:pPr>
            <a:r>
              <a:t>Strong corporate culture helps employees and organizations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t>Leads to long-term success and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usiness Cooperate">
  <a:themeElements>
    <a:clrScheme name="Business Cooper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</Words>
  <Application>WPS Presentation</Application>
  <PresentationFormat>On-screen Show (4:3)</PresentationFormat>
  <Paragraphs>52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Business Cooperate</vt:lpstr>
      <vt:lpstr>Building Corporate Culture</vt:lpstr>
      <vt:lpstr>What is Corporate Culture?</vt:lpstr>
      <vt:lpstr>Elements of Corporate Culture</vt:lpstr>
      <vt:lpstr>Why Corporate Culture is Important</vt:lpstr>
      <vt:lpstr>Types of Corporate Culture</vt:lpstr>
      <vt:lpstr>Corporate Culture in IT Companies</vt:lpstr>
      <vt:lpstr>Benefits for Employees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Dhruti Pandya</cp:lastModifiedBy>
  <cp:revision>5</cp:revision>
  <dcterms:created xsi:type="dcterms:W3CDTF">2013-01-27T09:14:00Z</dcterms:created>
  <dcterms:modified xsi:type="dcterms:W3CDTF">2026-02-06T17:18:51Z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B08392131463457BAF3A970574A930BB_12</vt:lpwstr>
  </property>
  <property fmtid="{D5CDD505-2E9C-101B-9397-08002B2CF9AE}" pid="3" name="KSOProductBuildVer">
    <vt:lpwstr>1033-12.2.0.23196</vt:lpwstr>
  </property>
</Properties>
</file>